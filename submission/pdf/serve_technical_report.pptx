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5555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5555C"/>
                </a:solidFill>
                <a:latin typeface="+mn-lt"/>
              </a:rPr>
              <a:t>First time proposed keeps every player's rules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7F4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Doubles, now</c:v>
                  </c:pt>
                  <c:pt idx="1">
                    <c:v>Doubles, before</c:v>
                  </c:pt>
                  <c:pt idx="2">
                    <c:v>Singles, now</c:v>
                  </c:pt>
                  <c:pt idx="3">
                    <c:v>Singles, before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89.1</c:v>
                </c:pt>
                <c:pt idx="1">
                  <c:v>73.9</c:v>
                </c:pt>
                <c:pt idx="2">
                  <c:v>92.4</c:v>
                </c:pt>
                <c:pt idx="3">
                  <c:v>89.8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A0A0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5555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5555C"/>
                </a:solidFill>
                <a:latin typeface="+mn-lt"/>
              </a:rPr>
              <a:t>Game found, one question then one talk (%), 20,000 requests each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7F4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question</c:v>
                  </c:pt>
                  <c:pt idx="1">
                    <c:v>A random question</c:v>
                  </c:pt>
                  <c:pt idx="2">
                    <c:v>The likeliest pair</c:v>
                  </c:pt>
                  <c:pt idx="3">
                    <c:v>Value of information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40.7</c:v>
                </c:pt>
                <c:pt idx="1">
                  <c:v>44.4</c:v>
                </c:pt>
                <c:pt idx="2">
                  <c:v>48.2</c:v>
                </c:pt>
                <c:pt idx="3">
                  <c:v>51.9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A0A0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 is a platform where people and agents make games together. This deck follows the technical report: impact, technical depth, Meta models, and what is not done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people who stop playing have not lost interest; they are worn down by organising a game. The three barriers map to Serve's three helpers: Talk, Match, and the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web a sentence becomes an invite, the players' agents agree the time, one tap books it; in Messenger the same booking, with the agent's real replies from the Messenger end-to-end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long trial with real players is not possible in a nine-day build, so Serve was also checked by agents: six a round, five to ten in the first five 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rule throughout: code computes the facts and keeps the hard rules; the models choose only among the real preferences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Holds are leases with resource ordering: all or nothing, 30 minutes, asked in a fixed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Before, times were ordered by how many players had them free. Now they are ordered by the chance that every player accepts.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neither gives up nor asks the player again: it asks the single yes-or-no question whose answer most raises the expected chance of a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draws on the Darwin Godel Machine (tests read-only), AlphaEvolve (keep a change only when evaluators pass it), Clio (minimum cluster sizes) and CaMeL.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Arcs of about 6 to 12 degrees look like a real camera move; a learned threshold on the share of invented pixels picks the widest arc that still looks right, or falls back to a zoom.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wait the person starts shows a moving bar and a status line within 250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Times as measured: the card on a local copy; the hop between two machines; the student on the server CPU; the decider and Glimmer on the RTX 3090.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distil when the decider takes 0.53 s? The decider is still Glimmer and needs the GPU; the student runs on the CPU and leaves the GPU free for work only Glimmer can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findings, each measured. The order finding was measured after the report: on 196 hard cases the one-token decider picked the first listed time 99.5% of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93 attack cases all stopped; crash and recovery checks are on the A2A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weights run on our own GPU server so players' data stays there; the Meta Model API handles live voice, long calls, images and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report: send gate (Oralytics, EOPA), preference records (PersonaMem, Mem0), tool checks (JSONSchemaBench, ToolMaze), judging ahead (Speculative Actions), pass^k (tau-bench, Sim2Real), order (Magentic Marketplace), stretch round (CalBench).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Said plainly: this is a nine-day build, validated mostly by agents and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 turns hours of back-and-forth into one tap from each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CE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</a:rPr>
              <a:t>Serve · technical report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9855" y="548640"/>
            <a:ext cx="2651760" cy="573916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Serve: Play more.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Manage less.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CE"/>
                </a:solidFill>
              </a:rPr>
              <a:t>Technical report · Meta Global AI Developer Hackathon 2026 · Indie Developer track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7"/>
                </a:solidFill>
              </a:rPr>
              <a:t>play.theminimallab.com · github.com/gino6178/serve-meta-hackathon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People stop playing because organising is hard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5555C"/>
                </a:solidFill>
              </a:rPr>
              <a:t>What stops adults playing regularly (Sport New Zealand, Active NZ 2023). Serve's three helpers answer them in turn.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305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64.2%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072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times hard to fit together around other commitments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E9F3EC"/>
          </a:solidFill>
          <a:ln w="12700">
            <a:solidFill>
              <a:srgbClr val="E9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657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7F44"/>
                </a:solidFill>
              </a:rPr>
              <a:t>Talk fits the time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21305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21.3%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072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no way to keep the habit going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365760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E9F3EC"/>
          </a:solidFill>
          <a:ln w="12700">
            <a:solidFill>
              <a:srgbClr val="E9F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3657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7F44"/>
                </a:solidFill>
              </a:rPr>
              <a:t>Match keeps the habit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1305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10.2%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072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no regular people to play with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365760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E9F3EC"/>
          </a:solidFill>
          <a:ln w="12700">
            <a:solidFill>
              <a:srgbClr val="E9F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3657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7F44"/>
                </a:solidFill>
              </a:rPr>
              <a:t>The agents find the people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006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A0A0B"/>
                </a:solidFill>
              </a:rPr>
              <a:t>40%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of 18 to 21 year olds played a sport, but only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A0A0B"/>
                </a:solidFill>
              </a:rPr>
              <a:t>26%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of 26 to 49 year olds (NPR, RWJF and Harvard Chan, 2015). Serve's core value: hours of back-and-forth in a chat app become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A7F44"/>
                </a:solidFill>
              </a:rPr>
              <a:t>one yes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 from each person.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first real club: 3 invites, 2 games played in three days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202" y="1280160"/>
            <a:ext cx="7639291" cy="3017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52628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68172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A0A0B"/>
                </a:solidFill>
              </a:rPr>
              <a:t>More than 10 people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of a real badminton club used Serve during the hackathon; of the 3 game invites sent through it, 2 became games that were played.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0" y="4526280"/>
            <a:ext cx="5425135" cy="1508760"/>
          </a:xfrm>
          <a:prstGeom prst="roundRect">
            <a:avLst>
              <a:gd name="adj" fmla="val 4848"/>
            </a:avLst>
          </a:prstGeom>
          <a:solidFill>
            <a:srgbClr val="E9F3EC"/>
          </a:solidFill>
          <a:ln w="12700">
            <a:solidFill>
              <a:srgbClr val="E9F3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4681728"/>
            <a:ext cx="4967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A0A0B"/>
                </a:solidFill>
              </a:rPr>
              <a:t>“It's actually really handy. You just talk to the agent.”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A0A0B"/>
                </a:solidFill>
              </a:rPr>
              <a:t>“The way it suggests games first can make people more motivated to play.”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5555C"/>
                </a:solidFill>
              </a:rPr>
              <a:t>Players A and B, translated from Chinese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Validated in nine days by 153 independent AI agents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37744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36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12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rounds of agent testing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54680" y="1371600"/>
            <a:ext cx="237744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536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153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212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agents, each a new model with only a persona and the address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237744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735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16,713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502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logged requests on fresh copies of the live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54680" y="3108960"/>
            <a:ext cx="237744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32735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502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faults in a core flow from the last round's six agents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0A0B"/>
                </a:solidFill>
              </a:rPr>
              <a:t>Fixed between rounds: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0A0B"/>
                </a:solidFill>
              </a:rPr>
              <a:t>what each round found was fixed before the next.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0A0B"/>
                </a:solidFill>
              </a:rPr>
              <a:t>An agent with only the address: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0A0B"/>
                </a:solidFill>
              </a:rPr>
              <a:t>the best of three was doing useful work by its third API request, and found its person a Sunday 09:00 tennis game, free, 2.6 km away.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A0A0B"/>
                </a:solidFill>
              </a:rPr>
              <a:t>Honest scope: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0A0B"/>
                </a:solidFill>
              </a:rPr>
              <a:t>the testers were AI models, not people; beyond one real club the evidence is simulated.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5471" y="1325880"/>
            <a:ext cx="2281473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Code computes the facts; models choose among preferences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697" y="1234440"/>
            <a:ext cx="7936302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235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5555C"/>
                </a:solidFill>
              </a:rPr>
              <a:t>That keeps a model's mistake from turning into a wrong booking or a clash. Four pieces of engineering underneath: a standard A2A protocol with a negotiation engine, active querying by the value of information, a community that evolves the platform with rollback, and 3D reconstruction from a phone video.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A2A v1.0: facts only, settled in one round by intersection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035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Facts only.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A proposal carries each time as {id, date, start, venue, court, trip}; sentences between agents are templates filled by code, so no agent's model reads another side's words.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One round, by intersection.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The host lists up to 12 times that fit every calendar; each agent marks the ones that work, and that is binding. Contract Net with a one-shot intersection.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Durable and signed.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Saved before every round, answered once, idempotent booking; Agent Cards signed (Ed25519 JWS over canonical JSON).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To the standard.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jku on cards, the proposal and hold extensions declared and required, the protocol's own error codes.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49440" y="1325880"/>
            <a:ext cx="242316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78040" y="14904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 of 12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216712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double bookings with holds (11 of 12 without)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555480" y="1325880"/>
            <a:ext cx="210312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84080" y="149047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 / 20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21671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recovery checks, gateway killed at 5 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3063240"/>
            <a:ext cx="242316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78040" y="32278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22 / 22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90448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checks across two machines, 12 talks at once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55480" y="3063240"/>
            <a:ext cx="210312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0" y="322783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185 ms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0" y="39044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added per request by the cross-machine hop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4800600"/>
            <a:ext cx="4693615" cy="1234440"/>
          </a:xfrm>
          <a:prstGeom prst="roundRect">
            <a:avLst>
              <a:gd name="adj" fmla="val 5926"/>
            </a:avLst>
          </a:prstGeom>
          <a:solidFill>
            <a:srgbClr val="E9F3EC"/>
          </a:solidFill>
          <a:ln w="12700">
            <a:solidFill>
              <a:srgbClr val="E9F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4919472"/>
            <a:ext cx="4236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0A0B"/>
                </a:solidFill>
              </a:rPr>
              <a:t>The fairest venue.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0A0B"/>
                </a:solidFill>
              </a:rPr>
              <a:t>Code picks the venue whose longest trip is shortest. Fairness score 0.73, against 0.59 (shortest total trip) and 0.58 (Nash), at 2.3 more minutes per game.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Times ranked by the chance everyone says yes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The product of each player's chance of a yes,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with a least-misery floor: a time where anyone's chance is under 0.15 goes to the back.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Why it matters: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with shared calendars, the first time proposed decides whether each agent can say yes by code or must ask a model.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3,000 simulated requests of each kind;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with private calendars it found no more games.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120640" y="1280160"/>
          <a:ext cx="6492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4526280"/>
            <a:ext cx="649224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49240" y="469087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0.261 → 0.109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349240" y="536752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model choices per doubles request, so most doubles talks need no model at all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When talks fail, ask the one question worth most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766560" y="1325880"/>
            <a:ext cx="487649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A0A0B"/>
                </a:solidFill>
              </a:rPr>
              <a:t>A belief per player and hour,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a Beta posterior over what the agent has seen of that player's agent, never their calendar.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A0A0B"/>
                </a:solidFill>
              </a:rPr>
              <a:t>One answer teaches about similar hours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(after Pep and VPL): Brier 0.223 → 0.200; first talk lands 68.9% → 73.7%, or 75.1% → 79.2% with one question first.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A0A0B"/>
                </a:solidFill>
              </a:rPr>
              <a:t>Private by budget: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every free-or-busy question is charged to the disclosure budget; an agent that keeps asking learns at most 24 of 112 weekly hours in 28 days.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A0A0B"/>
                </a:solidFill>
              </a:rPr>
              <a:t>At most 3 asks a week,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and an .ics calendar can be imported (busy times only).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09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555C"/>
                </a:solidFill>
              </a:rPr>
              <a:t>Each rate is good to about 0.7 points either way.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community that evolves the platform, and rolls itself back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71600"/>
            <a:ext cx="1115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B"/>
                </a:solidFill>
              </a:rPr>
              <a:t>Unmet request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47672" y="137160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20824" y="1371600"/>
            <a:ext cx="1115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B"/>
                </a:solidFill>
              </a:rPr>
              <a:t>One sentence, shared only with a yes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6704" y="137160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9856" y="1371600"/>
            <a:ext cx="1115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B"/>
                </a:solidFill>
              </a:rPr>
              <a:t>Screened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45736" y="137160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8888" y="1371600"/>
            <a:ext cx="1115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B"/>
                </a:solidFill>
              </a:rPr>
              <a:t>Idea and quadratic vote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44768" y="137160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71600"/>
            <a:ext cx="1115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B"/>
                </a:solidFill>
              </a:rPr>
              <a:t>Spec and class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43800" y="137160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16952" y="1371600"/>
            <a:ext cx="1115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B"/>
                </a:solidFill>
              </a:rPr>
              <a:t>Nine gates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42832" y="137160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15984" y="1371600"/>
            <a:ext cx="1115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B"/>
                </a:solidFill>
              </a:rPr>
              <a:t>Canary of members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341864" y="1371600"/>
            <a:ext cx="1261872" cy="1143000"/>
          </a:xfrm>
          <a:prstGeom prst="roundRect">
            <a:avLst>
              <a:gd name="adj" fmla="val 6400"/>
            </a:avLst>
          </a:prstGeom>
          <a:solidFill>
            <a:srgbClr val="0A7F44"/>
          </a:solidFill>
          <a:ln w="12700">
            <a:solidFill>
              <a:srgbClr val="0A7F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15016" y="1371600"/>
            <a:ext cx="1115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Kept, or rolled back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3464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A0A0B"/>
                </a:solidFill>
              </a:rPr>
              <a:t>Code makes every decision;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models only write short sentences that code checks. The class comes from what a change does, never from the draft.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A0A0B"/>
                </a:solidFill>
              </a:rPr>
              <a:t>Nine gates: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policy, a code scan, unit tests, the crash matrix, the red team, Messenger end to end, the planner test, the spec's oracle and a privacy canary.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A0A0B"/>
                </a:solidFill>
              </a:rPr>
              <a:t>Anything bigger goes to a person: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the builder agent writes it on a branch with read-only tests and no network.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49440" y="28346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299923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0.6%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675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harmless changes rolled back (anytime-valid test)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64040" y="2834640"/>
            <a:ext cx="219456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92640" y="29992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135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22%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36758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with a z-test checked at every look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49440" y="4572000"/>
            <a:ext cx="4693615" cy="1463040"/>
          </a:xfrm>
          <a:prstGeom prst="roundRect">
            <a:avLst>
              <a:gd name="adj" fmla="val 5000"/>
            </a:avLst>
          </a:prstGeom>
          <a:solidFill>
            <a:srgbClr val="E9F3EC"/>
          </a:solidFill>
          <a:ln w="12700">
            <a:solidFill>
              <a:srgbClr val="E9F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78040" y="4709160"/>
            <a:ext cx="4236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0A0B"/>
                </a:solidFill>
              </a:rPr>
              <a:t>In 20,000 simulated 7-day canaries of 5 members, looked at every 5 minutes. The price is caution: a bad change (thumbs down 25% → 60%) was caught in 61% of canaries.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3D replays and automatic highlights from one phone video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94415" cy="204610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4290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5555C"/>
                </a:solidFill>
              </a:rPr>
              <a:t>An automatic highlight as the pipeline cut it (clip: Badminton klub Ljubljana, CC BY 3.0)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39319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0965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1.00 / 0.79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7731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precision / recall of the learned arc threshold (first rule: 0.45 / 0.64)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393192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03320" y="40965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87%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703320" y="4773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Muse Wonder agreed with the labels, and says why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393192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40965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19.9 s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4773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a moment on the RTX 3090, models loaded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869680" y="3977640"/>
            <a:ext cx="27733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A0A0B"/>
                </a:solidFill>
              </a:rPr>
              <a:t>MapAnything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A0A0B"/>
                </a:solidFill>
              </a:rPr>
              <a:t>reads depth and the camera; SAM 2.1 cuts the player out.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A0A0B"/>
                </a:solidFill>
              </a:rPr>
              <a:t>RT-DETR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A0A0B"/>
                </a:solidFill>
              </a:rPr>
              <a:t>follows the right player on all three test clips, about 2× faster than DETR.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tiered decision engine: each layer takes what is left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E9F3EC"/>
          </a:solidFill>
          <a:ln w="12700">
            <a:solidFill>
              <a:srgbClr val="E9F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</a:rPr>
              <a:t>Code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555C"/>
                </a:solidFill>
              </a:rPr>
              <a:t>milliseconds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25880"/>
            <a:ext cx="7802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</a:rPr>
              <a:t>Free times, clashes, trips, every hard rule; the game's card in 7 ms (median)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D3E8DB"/>
          </a:solidFill>
          <a:ln w="12700">
            <a:solidFill>
              <a:srgbClr val="D3E8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4688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</a:rPr>
              <a:t>Our 1B student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555C"/>
                </a:solidFill>
              </a:rPr>
              <a:t>about 0.9 s, CPU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2468880"/>
            <a:ext cx="7482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</a:rPr>
              <a:t>Answers when at least 0.6 sure: 96.0% of ordinary choices, 73.0% of the hardest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361188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BCDCC9"/>
          </a:solidFill>
          <a:ln w="12700">
            <a:solidFill>
              <a:srgbClr val="BCDC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6118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</a:rPr>
              <a:t>Two cheap reads that agree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555C"/>
                </a:solidFill>
              </a:rPr>
              <a:t>0.53 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611880"/>
            <a:ext cx="71624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</a:rPr>
              <a:t>The one-token decider and the student on the same time: settled without Glimmer 72.1% → 79.0%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08760" y="475488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A6D0B7"/>
          </a:solidFill>
          <a:ln w="12700">
            <a:solidFill>
              <a:srgbClr val="A6D0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91640" y="47548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</a:rPr>
              <a:t>Muse Glimmer, stopped early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555C"/>
                </a:solidFill>
              </a:rPr>
              <a:t>20 to 40 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4754880"/>
            <a:ext cx="6842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</a:rPr>
              <a:t>Early exit after DEER: 596 → 420 tokens an answer, no later (22.3 s → 21.3 s)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5555C"/>
                </a:solidFill>
              </a:rPr>
              <a:t>Following FrugalGPT. Before any of them, Match works ahead of time, so the agents have often agreed a game before anyone waits at all.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booking, step by step, with its measured times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808" y="1234440"/>
            <a:ext cx="8624079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Our own model: a Llama 3.2 1B distilled from Muse Glimmer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904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89.5%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671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agreement with Glimmer on 500 held-out cases (Glimmer with itself: 88.8%)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4904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0.9 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1671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a choice on the CPU, about 44× faster than Glimmer's ~40 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4904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0.052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671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expected calibration error: its confidence can be trusted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325880"/>
            <a:ext cx="2590495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490472"/>
            <a:ext cx="2133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4,868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167128"/>
            <a:ext cx="2133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of Glimmer's choices distilled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0896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A decision model, like TypeSafe's Jev: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options declared in advance and scored together in one read; it never writes text that could break a rule.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Served at 0.6 sure: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answers 96.0% of 500 and 73.0% of the 196 hardest; agreement 89.9% and 68.4% (Glimmer again: 73.5%).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0.5 was tried and not kept: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96.9% of the hardest answered, but agreement there fell to 61.2%.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In talks with the simulated club: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Glimmer's member answers cut by 67% (54% with private calendars), no rule broken.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surprised us, running Meta's models in a product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A7F44"/>
                </a:solidFill>
              </a:rPr>
              <a:t>Glimmer reasons even when told not to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84% of the tokens it wrote over 2,755 calls were reasoning; 9% of calls came back empty. Every call now asks for think "low" with 900 tokens of room.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172200" y="13258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150876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A7F44"/>
                </a:solidFill>
              </a:rPr>
              <a:t>A 1B agrees with Glimmer as often as Glimmer agrees with itself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89.5% against 88.8% on 500 held-out cases, in 0.9 s instead of about 40 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A7F44"/>
                </a:solidFill>
              </a:rPr>
              <a:t>Glimmer can decide in one token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Read with no chat template, its next token gives a probability for each option: 0.53 s, no reasoning. It mostly reads the order, though: 99.5% of picks were the first time listed.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37490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393192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A7F44"/>
                </a:solidFill>
              </a:rPr>
              <a:t>Llama Guard 3 reads sports injuries as medical advice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Its S6 category flagged 6 to 8 of 15 ordinary injury-care answers; S6 now blocks only when code also finds a dose, a medicine or a condition.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Security, and a failure the agents found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904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7F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93 / 93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67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C"/>
                </a:solidFill>
              </a:rPr>
              <a:t>attack cases stopped, named by OWASP LLM Top 10 risk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325880"/>
            <a:ext cx="79854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Prompt Guard 2 first: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every post and comment, before Llama Guard 3 and code.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A signed record of every yes: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each entry signed and chained to the one before, so a yes cannot be changed or removed unseen.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No-shows, with no money: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show-up fades with a 60-day half-life and is shown as a range in words; a short game is called off 3 hours before; a freed spot goes to the waitlist with 12 hours to confirm.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A0A0B"/>
                </a:solidFill>
              </a:rPr>
              <a:t>The Agents Rule of Two: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B"/>
                </a:solidFill>
              </a:rPr>
              <a:t>no agent holds untrusted input, private data and the power to act at once.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BEAE9"/>
          </a:solidFill>
          <a:ln w="12700">
            <a:solidFill>
              <a:srgbClr val="FBEA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709160"/>
            <a:ext cx="10545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1352B"/>
                </a:solidFill>
              </a:rPr>
              <a:t>A failure, and the fix.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A0A0B"/>
                </a:solidFill>
              </a:rPr>
              <a:t>A tester working as a host could work out how many people nearby were open to being asked, first from a count, then from the talk. Now nearby people appear only once they can actually play, and everyone else sees only published badge words; later rounds re-checked it and found nothing.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Meta models, and which one answers: by length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7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Runs on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7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Its job in Serve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7F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Muse Glimmer (30B)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RTX 3090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Every agent's reasoning; a JSON Schema on every call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Our Llama 3.2 1B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Server CPU, int4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Choices between times; short text at five checked sites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Muse Spark 1.3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Meta Model API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Calls of 12,000+ tokens, and the fallback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Muse Voice Transcribe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Meta Model API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Live voice, full duplex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Muse Image · Muse Wonder · SAM 3.1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Meta Model API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Agent faces and posters · orbit judge (87%) · outline cross-check (0.974 IoU)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Llama Guard 3 · Prompt Guard 2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Server CPU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Safety on Messenger, wishes, posts and reviews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DRAMA · Omnilingual ASR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Server CPU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Memory by meaning, game-request router · voice notes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SAM 2.1 · Sapiens2 · MapAnything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RTX 3090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B"/>
                          </a:solidFill>
                        </a:rPr>
                        <a:t>Highlights and 3D replays</a:t>
                      </a:r>
                      <a:endParaRPr lang="en-US" sz="1150" dirty="0"/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280160"/>
            <a:ext cx="3870655" cy="4754880"/>
          </a:xfrm>
          <a:prstGeom prst="roundRect">
            <a:avLst>
              <a:gd name="adj" fmla="val 1890"/>
            </a:avLst>
          </a:prstGeom>
          <a:solidFill>
            <a:srgbClr val="E9F3EC"/>
          </a:solidFill>
          <a:ln w="12700">
            <a:solidFill>
              <a:srgbClr val="E9F3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01000" y="1463040"/>
            <a:ext cx="34134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A7F44"/>
                </a:solidFill>
              </a:rPr>
              <a:t>Routing by length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A0A0B"/>
                </a:solidFill>
              </a:rPr>
              <a:t>Short (≤ ~700 tokens) at a checked site → our 1B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A0A0B"/>
                </a:solidFill>
              </a:rPr>
              <a:t>Longer, or anywhere else → Muse Glimmer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A0A0B"/>
                </a:solidFill>
              </a:rPr>
              <a:t>12,000+ tokens → Muse Spark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A0A0B"/>
                </a:solidFill>
              </a:rPr>
              <a:t>Every short site was tried on the 1B first: 9 end-to-end checks failed, 2 of 6 hostile comments got through, 4 of 10 injected reviews were obeyed. So only five checked sites, and the red team stays 93 of 93.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Measured since the report: seven more agent upgrades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F44"/>
                </a:solidFill>
              </a:rPr>
              <a:t>Send gate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0A0A0B"/>
                </a:solidFill>
              </a:rPr>
              <a:t>When not to ask: opt-outs 37.7% → 26.2%, games from asks 3.97 → 4.39 (simulated)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60604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F44"/>
                </a:solidFill>
              </a:rPr>
              <a:t>Preference records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0A0A0B"/>
                </a:solidFill>
              </a:rPr>
              <a:t>Newest word wins: stale-preference decisions 95% → 17% once the player says it (simulated)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7947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F44"/>
                </a:solidFill>
              </a:rPr>
              <a:t>Tool-call checks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0A0A0B"/>
                </a:solidFill>
              </a:rPr>
              <a:t>Silent failures passed as success 53 of 53 → 0 of 56 (fault injection)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9834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F44"/>
                </a:solidFill>
              </a:rPr>
              <a:t>Courts judged ahead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0A0A0B"/>
                </a:solidFill>
              </a:rPr>
              <a:t>Wait after moving the time 49.0 s → 25.7 s, at twice the judgings (RTX 3090)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32588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4173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F44"/>
                </a:solidFill>
              </a:rPr>
              <a:t>Harder simulated users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0A0A0B"/>
                </a:solidFill>
              </a:rPr>
              <a:t>With 25% difficult people pass^1 0.69 → 0.38; six flow bugs found and being fixed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51460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60604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F44"/>
                </a:solidFill>
              </a:rPr>
              <a:t>Order of the options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0A0A0B"/>
                </a:solidFill>
              </a:rPr>
              <a:t>Glimmer changed 24 of 60 answers when only the order changed; kept as is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370332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37947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F44"/>
                </a:solidFill>
              </a:rPr>
              <a:t>Stretch round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0A0A0B"/>
                </a:solidFill>
              </a:rPr>
              <a:t>Games found +0.3 (singles) and +1.3 points (doubles): small, reported as such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93776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5555C"/>
                </a:solidFill>
              </a:rPr>
              <a:t>Each from a 2024–2026 paper, built and measured against what ran before; most numbers are simulated and say so (README, submission/results/).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is not done yet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384048" cy="3840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</a:rPr>
              <a:t>Most validation is simulated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555C"/>
                </a:solidFill>
              </a:rPr>
              <a:t>Beyond one real club and two games, the evidence comes from AI agents, simulated members and local copies.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68296"/>
            <a:ext cx="384048" cy="3840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58568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</a:rPr>
              <a:t>The slow path still exists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555C"/>
                </a:solidFill>
              </a:rPr>
              <a:t>When the small models are unsure, Glimmer takes about 20 to 40 s; the steps stream in, but it is still a wait.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00984"/>
            <a:ext cx="384048" cy="3840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91256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</a:rPr>
              <a:t>Venues are samples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555C"/>
                </a:solidFill>
              </a:rPr>
              <a:t>No venue has joined yet, so quiet-hour prices are sample prices.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33672"/>
            <a:ext cx="384048" cy="3840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123944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</a:rPr>
              <a:t>The community loop has not run on real members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555C"/>
                </a:solidFill>
              </a:rPr>
              <a:t>An idea shows only once 5 different members ask for it.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384048" cy="38404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056632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</a:rPr>
              <a:t>Orbit replays are short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555C"/>
                </a:solidFill>
              </a:rPr>
              <a:t>Only arcs of about ±6 to 12° look right; otherwise a zoom.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One yes from each person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CE"/>
                </a:solidFill>
              </a:rPr>
              <a:t>Live: play.theminimallab.com · Code: github.com/gino6178/serve-meta-hackathon · Every number from submission/results/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rve">
  <a:themeElements>
    <a:clrScheme name="Serve">
      <a:dk1>
        <a:srgbClr val="0A0A0B"/>
      </a:dk1>
      <a:lt1>
        <a:srgbClr val="FFFFFF"/>
      </a:lt1>
      <a:dk2>
        <a:srgbClr val="14241B"/>
      </a:dk2>
      <a:lt2>
        <a:srgbClr val="F3F6F4"/>
      </a:lt2>
      <a:accent1>
        <a:srgbClr val="0A7F44"/>
      </a:accent1>
      <a:accent2>
        <a:srgbClr val="0064E0"/>
      </a:accent2>
      <a:accent3>
        <a:srgbClr val="D1352B"/>
      </a:accent3>
      <a:accent4>
        <a:srgbClr val="B26A00"/>
      </a:accent4>
      <a:accent5>
        <a:srgbClr val="55555C"/>
      </a:accent5>
      <a:accent6>
        <a:srgbClr val="8A8A92"/>
      </a:accent6>
      <a:hlink>
        <a:srgbClr val="0064E0"/>
      </a:hlink>
      <a:folHlink>
        <a:srgbClr val="55555C"/>
      </a:folHlink>
    </a:clrScheme>
    <a:fontScheme name="Serv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Serve: technical report</dc:title>
  <dc:subject>PptxGenJS Presentation</dc:subject>
  <dc:creator>Serve</dc:creator>
  <cp:lastModifiedBy>Serve</cp:lastModifiedBy>
  <cp:revision>1</cp:revision>
  <dcterms:created xsi:type="dcterms:W3CDTF">2026-10-31T08:23:23Z</dcterms:created>
  <dcterms:modified xsi:type="dcterms:W3CDTF">2026-10-31T08:23:23Z</dcterms:modified>
</cp:coreProperties>
</file>
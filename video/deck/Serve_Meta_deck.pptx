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52550c-34ee-094a-f5d3-29e4e2396f14}">
          <p14:sldIdLst>
            <p14:sldId id="256"/>
            <p14:sldId id="257"/>
          </p14:sldIdLst>
        </p14:section>
        <p14:section name="Impact" id="{b36d1ee0-6892-9284-6e8e-cef6b1d1cfcc}">
          <p14:sldIdLst>
            <p14:sldId id="258"/>
            <p14:sldId id="259"/>
          </p14:sldIdLst>
        </p14:section>
        <p14:section name="Demo" id="{9c1ed9a2-19da-207d-0d7c-aaefb358088a}">
          <p14:sldIdLst>
            <p14:sldId id="260"/>
            <p14:sldId id="261"/>
            <p14:sldId id="262"/>
            <p14:sldId id="263"/>
            <p14:sldId id="264"/>
          </p14:sldIdLst>
        </p14:section>
        <p14:section name="Use of Meta AI" id="{421247eb-5ecd-ff83-faeb-0a006f2b74a9}">
          <p14:sldIdLst>
            <p14:sldId id="265"/>
            <p14:sldId id="266"/>
            <p14:sldId id="267"/>
          </p14:sldIdLst>
        </p14:section>
        <p14:section name="Technical depth" id="{0cb61b22-85d6-4ac4-3f82-c546588dbb46}">
          <p14:sldIdLst>
            <p14:sldId id="268"/>
            <p14:sldId id="269"/>
            <p14:sldId id="270"/>
            <p14:sldId id="271"/>
            <p14:sldId id="272"/>
            <p14:sldId id="273"/>
            <p14:sldId id="274"/>
          </p14:sldIdLst>
        </p14:section>
        <p14:section name="Architecture" id="{f8ba5568-2198-e1a6-764a-574ee0780857}">
          <p14:sldIdLst>
            <p14:sldId id="275"/>
          </p14:sldIdLst>
        </p14:section>
        <p14:section name="Close" id="{149c5baf-1f74-9c83-d6c5-f4f6ed9fcab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Ten Meta models on hardware I own</a:t>
            </a:r>
            <a:endParaRPr lang="en-US" sz="1400" dirty="0"/>
          </a:p>
        </p:txBody>
      </p:sp>
      <p:sp>
        <p:nvSpPr>
          <p:cNvPr id="12" name="Shape 9"/>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3"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4" name="Shape 10"/>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5"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(magenta); MapAnything reads the depth (near warm, far cool)</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Ten Meta models and two Meta products, each with a job</a:t>
            </a:r>
            <a:endParaRPr lang="en-US" sz="3200" dirty="0"/>
          </a:p>
        </p:txBody>
      </p:sp>
      <p:sp>
        <p:nvSpPr>
          <p:cNvPr id="5" name="Shape 2"/>
          <p:cNvSpPr/>
          <p:nvPr/>
        </p:nvSpPr>
        <p:spPr>
          <a:xfrm>
            <a:off x="548640" y="1645920"/>
            <a:ext cx="267004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713232"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13232"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Muse Glimmer</a:t>
            </a:r>
            <a:endParaRPr lang="en-US" sz="1500" dirty="0"/>
          </a:p>
        </p:txBody>
      </p:sp>
      <p:sp>
        <p:nvSpPr>
          <p:cNvPr id="8" name="Text 5"/>
          <p:cNvSpPr txBox="1"/>
          <p:nvPr/>
        </p:nvSpPr>
        <p:spPr>
          <a:xfrm>
            <a:off x="713232"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agent: the tool loop, members' decisions, photos, courts, captions</a:t>
            </a:r>
            <a:endParaRPr lang="en-US" sz="1050" dirty="0"/>
          </a:p>
        </p:txBody>
      </p:sp>
      <p:sp>
        <p:nvSpPr>
          <p:cNvPr id="9" name="Text 6"/>
          <p:cNvSpPr txBox="1"/>
          <p:nvPr/>
        </p:nvSpPr>
        <p:spPr>
          <a:xfrm>
            <a:off x="713232"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RTX 3090 · Ollama · 4 in parallel</a:t>
            </a:r>
            <a:endParaRPr lang="en-US" sz="1000" dirty="0"/>
          </a:p>
        </p:txBody>
      </p:sp>
      <p:sp>
        <p:nvSpPr>
          <p:cNvPr id="10" name="Shape 7"/>
          <p:cNvSpPr/>
          <p:nvPr/>
        </p:nvSpPr>
        <p:spPr>
          <a:xfrm>
            <a:off x="3346704" y="1645920"/>
            <a:ext cx="267004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3511296"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3511296"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3.2 1B</a:t>
            </a:r>
            <a:endParaRPr lang="en-US" sz="1500" dirty="0"/>
          </a:p>
        </p:txBody>
      </p:sp>
      <p:sp>
        <p:nvSpPr>
          <p:cNvPr id="13" name="Text 10"/>
          <p:cNvSpPr txBox="1"/>
          <p:nvPr/>
        </p:nvSpPr>
        <p:spPr>
          <a:xfrm>
            <a:off x="3511296"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Distilled from Glimmer; answers 54–67% of members' decisions when sure</a:t>
            </a:r>
            <a:endParaRPr lang="en-US" sz="1050" dirty="0"/>
          </a:p>
        </p:txBody>
      </p:sp>
      <p:sp>
        <p:nvSpPr>
          <p:cNvPr id="14" name="Text 11"/>
          <p:cNvSpPr txBox="1"/>
          <p:nvPr/>
        </p:nvSpPr>
        <p:spPr>
          <a:xfrm>
            <a:off x="3511296"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simulated club</a:t>
            </a:r>
            <a:endParaRPr lang="en-US" sz="1000" dirty="0"/>
          </a:p>
        </p:txBody>
      </p:sp>
      <p:sp>
        <p:nvSpPr>
          <p:cNvPr id="15" name="Shape 12"/>
          <p:cNvSpPr/>
          <p:nvPr/>
        </p:nvSpPr>
        <p:spPr>
          <a:xfrm>
            <a:off x="6144768" y="1645920"/>
            <a:ext cx="267004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6309360"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6309360"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Guard 3 1B</a:t>
            </a:r>
            <a:endParaRPr lang="en-US" sz="1500" dirty="0"/>
          </a:p>
        </p:txBody>
      </p:sp>
      <p:sp>
        <p:nvSpPr>
          <p:cNvPr id="18" name="Text 15"/>
          <p:cNvSpPr txBox="1"/>
          <p:nvPr/>
        </p:nvSpPr>
        <p:spPr>
          <a:xfrm>
            <a:off x="6309360"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What you write, what a model writes, every idea shared with the club</a:t>
            </a:r>
            <a:endParaRPr lang="en-US" sz="1050" dirty="0"/>
          </a:p>
        </p:txBody>
      </p:sp>
      <p:sp>
        <p:nvSpPr>
          <p:cNvPr id="19" name="Text 16"/>
          <p:cNvSpPr txBox="1"/>
          <p:nvPr/>
        </p:nvSpPr>
        <p:spPr>
          <a:xfrm>
            <a:off x="6309360"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0" name="Shape 17"/>
          <p:cNvSpPr/>
          <p:nvPr/>
        </p:nvSpPr>
        <p:spPr>
          <a:xfrm>
            <a:off x="8942832" y="1645920"/>
            <a:ext cx="267004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9107424"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9107424"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Prompt Guard 2 86M</a:t>
            </a:r>
            <a:endParaRPr lang="en-US" sz="1500" dirty="0"/>
          </a:p>
        </p:txBody>
      </p:sp>
      <p:sp>
        <p:nvSpPr>
          <p:cNvPr id="23" name="Text 20"/>
          <p:cNvSpPr txBox="1"/>
          <p:nvPr/>
        </p:nvSpPr>
        <p:spPr>
          <a:xfrm>
            <a:off x="9107424"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Google reviews before the court judge reads them; shared ideas</a:t>
            </a:r>
            <a:endParaRPr lang="en-US" sz="1050" dirty="0"/>
          </a:p>
        </p:txBody>
      </p:sp>
      <p:sp>
        <p:nvSpPr>
          <p:cNvPr id="24" name="Text 21"/>
          <p:cNvSpPr txBox="1"/>
          <p:nvPr/>
        </p:nvSpPr>
        <p:spPr>
          <a:xfrm>
            <a:off x="9107424"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5" name="Shape 22"/>
          <p:cNvSpPr/>
          <p:nvPr/>
        </p:nvSpPr>
        <p:spPr>
          <a:xfrm>
            <a:off x="548640" y="3108960"/>
            <a:ext cx="267004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713232"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MEMORY</a:t>
            </a:r>
            <a:endParaRPr lang="en-US" sz="1000" dirty="0"/>
          </a:p>
        </p:txBody>
      </p:sp>
      <p:sp>
        <p:nvSpPr>
          <p:cNvPr id="27" name="Text 24"/>
          <p:cNvSpPr txBox="1"/>
          <p:nvPr/>
        </p:nvSpPr>
        <p:spPr>
          <a:xfrm>
            <a:off x="713232"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DRAMA</a:t>
            </a:r>
            <a:endParaRPr lang="en-US" sz="1500" dirty="0"/>
          </a:p>
        </p:txBody>
      </p:sp>
      <p:sp>
        <p:nvSpPr>
          <p:cNvPr id="28" name="Text 25"/>
          <p:cNvSpPr txBox="1"/>
          <p:nvPr/>
        </p:nvSpPr>
        <p:spPr>
          <a:xfrm>
            <a:off x="713232"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what matters for your week by meaning (RAG); groups the club's ideas</a:t>
            </a:r>
            <a:endParaRPr lang="en-US" sz="1050" dirty="0"/>
          </a:p>
        </p:txBody>
      </p:sp>
      <p:sp>
        <p:nvSpPr>
          <p:cNvPr id="29" name="Text 26"/>
          <p:cNvSpPr txBox="1"/>
          <p:nvPr/>
        </p:nvSpPr>
        <p:spPr>
          <a:xfrm>
            <a:off x="713232"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30" name="Shape 27"/>
          <p:cNvSpPr/>
          <p:nvPr/>
        </p:nvSpPr>
        <p:spPr>
          <a:xfrm>
            <a:off x="3346704" y="3108960"/>
            <a:ext cx="267004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3511296"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VOICE</a:t>
            </a:r>
            <a:endParaRPr lang="en-US" sz="1000" dirty="0"/>
          </a:p>
        </p:txBody>
      </p:sp>
      <p:sp>
        <p:nvSpPr>
          <p:cNvPr id="32" name="Text 29"/>
          <p:cNvSpPr txBox="1"/>
          <p:nvPr/>
        </p:nvSpPr>
        <p:spPr>
          <a:xfrm>
            <a:off x="3511296"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Omnilingual ASR</a:t>
            </a:r>
            <a:endParaRPr lang="en-US" sz="1500" dirty="0"/>
          </a:p>
        </p:txBody>
      </p:sp>
      <p:sp>
        <p:nvSpPr>
          <p:cNvPr id="33" name="Text 30"/>
          <p:cNvSpPr txBox="1"/>
          <p:nvPr/>
        </p:nvSpPr>
        <p:spPr>
          <a:xfrm>
            <a:off x="3511296"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Voice notes in Messenger to text</a:t>
            </a:r>
            <a:endParaRPr lang="en-US" sz="1050" dirty="0"/>
          </a:p>
        </p:txBody>
      </p:sp>
      <p:sp>
        <p:nvSpPr>
          <p:cNvPr id="34" name="Text 31"/>
          <p:cNvSpPr txBox="1"/>
          <p:nvPr/>
        </p:nvSpPr>
        <p:spPr>
          <a:xfrm>
            <a:off x="3511296"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CTC 1B</a:t>
            </a:r>
            <a:endParaRPr lang="en-US" sz="1000" dirty="0"/>
          </a:p>
        </p:txBody>
      </p:sp>
      <p:sp>
        <p:nvSpPr>
          <p:cNvPr id="35" name="Shape 32"/>
          <p:cNvSpPr/>
          <p:nvPr/>
        </p:nvSpPr>
        <p:spPr>
          <a:xfrm>
            <a:off x="6144768" y="3108960"/>
            <a:ext cx="267004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309360"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37" name="Text 34"/>
          <p:cNvSpPr txBox="1"/>
          <p:nvPr/>
        </p:nvSpPr>
        <p:spPr>
          <a:xfrm>
            <a:off x="6309360"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DETR</a:t>
            </a:r>
            <a:endParaRPr lang="en-US" sz="1500" dirty="0"/>
          </a:p>
        </p:txBody>
      </p:sp>
      <p:sp>
        <p:nvSpPr>
          <p:cNvPr id="38" name="Text 35"/>
          <p:cNvSpPr txBox="1"/>
          <p:nvPr/>
        </p:nvSpPr>
        <p:spPr>
          <a:xfrm>
            <a:off x="6309360"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the people in your video, so the reel follows you</a:t>
            </a:r>
            <a:endParaRPr lang="en-US" sz="1050" dirty="0"/>
          </a:p>
        </p:txBody>
      </p:sp>
      <p:sp>
        <p:nvSpPr>
          <p:cNvPr id="39" name="Text 36"/>
          <p:cNvSpPr txBox="1"/>
          <p:nvPr/>
        </p:nvSpPr>
        <p:spPr>
          <a:xfrm>
            <a:off x="6309360"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a:t>
            </a:r>
            <a:endParaRPr lang="en-US" sz="1000" dirty="0"/>
          </a:p>
        </p:txBody>
      </p:sp>
      <p:sp>
        <p:nvSpPr>
          <p:cNvPr id="40" name="Shape 37"/>
          <p:cNvSpPr/>
          <p:nvPr/>
        </p:nvSpPr>
        <p:spPr>
          <a:xfrm>
            <a:off x="8942832" y="3108960"/>
            <a:ext cx="267004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9107424"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2" name="Text 39"/>
          <p:cNvSpPr txBox="1"/>
          <p:nvPr/>
        </p:nvSpPr>
        <p:spPr>
          <a:xfrm>
            <a:off x="9107424"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Sapiens2</a:t>
            </a:r>
            <a:endParaRPr lang="en-US" sz="1500" dirty="0"/>
          </a:p>
        </p:txBody>
      </p:sp>
      <p:sp>
        <p:nvSpPr>
          <p:cNvPr id="43" name="Text 40"/>
          <p:cNvSpPr txBox="1"/>
          <p:nvPr/>
        </p:nvSpPr>
        <p:spPr>
          <a:xfrm>
            <a:off x="9107424"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player's pose on every frame; finds the moment</a:t>
            </a:r>
            <a:endParaRPr lang="en-US" sz="1050" dirty="0"/>
          </a:p>
        </p:txBody>
      </p:sp>
      <p:sp>
        <p:nvSpPr>
          <p:cNvPr id="44" name="Text 41"/>
          <p:cNvSpPr txBox="1"/>
          <p:nvPr/>
        </p:nvSpPr>
        <p:spPr>
          <a:xfrm>
            <a:off x="9107424"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0.4B</a:t>
            </a:r>
            <a:endParaRPr lang="en-US" sz="1000" dirty="0"/>
          </a:p>
        </p:txBody>
      </p:sp>
      <p:sp>
        <p:nvSpPr>
          <p:cNvPr id="45" name="Shape 42"/>
          <p:cNvSpPr/>
          <p:nvPr/>
        </p:nvSpPr>
        <p:spPr>
          <a:xfrm>
            <a:off x="548640" y="4572000"/>
            <a:ext cx="267004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13232"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7" name="Text 44"/>
          <p:cNvSpPr txBox="1"/>
          <p:nvPr/>
        </p:nvSpPr>
        <p:spPr>
          <a:xfrm>
            <a:off x="713232"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SAM 2.1</a:t>
            </a:r>
            <a:endParaRPr lang="en-US" sz="1500" dirty="0"/>
          </a:p>
        </p:txBody>
      </p:sp>
      <p:sp>
        <p:nvSpPr>
          <p:cNvPr id="48" name="Text 45"/>
          <p:cNvSpPr txBox="1"/>
          <p:nvPr/>
        </p:nvSpPr>
        <p:spPr>
          <a:xfrm>
            <a:off x="713232"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Cuts each player out for the spotlight and the drawn view</a:t>
            </a:r>
            <a:endParaRPr lang="en-US" sz="1050" dirty="0"/>
          </a:p>
        </p:txBody>
      </p:sp>
      <p:sp>
        <p:nvSpPr>
          <p:cNvPr id="49" name="Text 46"/>
          <p:cNvSpPr txBox="1"/>
          <p:nvPr/>
        </p:nvSpPr>
        <p:spPr>
          <a:xfrm>
            <a:off x="713232"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Hiera-L</a:t>
            </a:r>
            <a:endParaRPr lang="en-US" sz="1000" dirty="0"/>
          </a:p>
        </p:txBody>
      </p:sp>
      <p:sp>
        <p:nvSpPr>
          <p:cNvPr id="50" name="Shape 47"/>
          <p:cNvSpPr/>
          <p:nvPr/>
        </p:nvSpPr>
        <p:spPr>
          <a:xfrm>
            <a:off x="3346704" y="4572000"/>
            <a:ext cx="267004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3511296"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3D</a:t>
            </a:r>
            <a:endParaRPr lang="en-US" sz="1000" dirty="0"/>
          </a:p>
        </p:txBody>
      </p:sp>
      <p:sp>
        <p:nvSpPr>
          <p:cNvPr id="52" name="Text 49"/>
          <p:cNvSpPr txBox="1"/>
          <p:nvPr/>
        </p:nvSpPr>
        <p:spPr>
          <a:xfrm>
            <a:off x="3511296"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MapAnything</a:t>
            </a:r>
            <a:endParaRPr lang="en-US" sz="1500" dirty="0"/>
          </a:p>
        </p:txBody>
      </p:sp>
      <p:sp>
        <p:nvSpPr>
          <p:cNvPr id="53" name="Text 50"/>
          <p:cNvSpPr txBox="1"/>
          <p:nvPr/>
        </p:nvSpPr>
        <p:spPr>
          <a:xfrm>
            <a:off x="3511296"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Depth and the camera for the orbit camera effect</a:t>
            </a:r>
            <a:endParaRPr lang="en-US" sz="1050" dirty="0"/>
          </a:p>
        </p:txBody>
      </p:sp>
      <p:sp>
        <p:nvSpPr>
          <p:cNvPr id="54" name="Text 51"/>
          <p:cNvSpPr txBox="1"/>
          <p:nvPr/>
        </p:nvSpPr>
        <p:spPr>
          <a:xfrm>
            <a:off x="3511296"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optional effect</a:t>
            </a:r>
            <a:endParaRPr lang="en-US" sz="1000" dirty="0"/>
          </a:p>
        </p:txBody>
      </p:sp>
      <p:sp>
        <p:nvSpPr>
          <p:cNvPr id="55" name="Shape 52"/>
          <p:cNvSpPr/>
          <p:nvPr/>
        </p:nvSpPr>
        <p:spPr>
          <a:xfrm>
            <a:off x="6144768" y="4572000"/>
            <a:ext cx="2670048" cy="1353312"/>
          </a:xfrm>
          <a:prstGeom prst="roundRect">
            <a:avLst>
              <a:gd name="adj" fmla="val 8108"/>
            </a:avLst>
          </a:prstGeom>
          <a:solidFill>
            <a:srgbClr val="FFFFFF"/>
          </a:solidFill>
          <a:ln w="12700">
            <a:solidFill>
              <a:srgbClr val="DCDCE0"/>
            </a:solidFill>
            <a:prstDash val="solid"/>
          </a:ln>
        </p:spPr>
      </p:sp>
      <p:sp>
        <p:nvSpPr>
          <p:cNvPr id="56" name="Text 53"/>
          <p:cNvSpPr txBox="1"/>
          <p:nvPr/>
        </p:nvSpPr>
        <p:spPr>
          <a:xfrm>
            <a:off x="6309360"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57" name="Image 0" descr="preencoded.png">    </p:cNvPr>
          <p:cNvPicPr>
            <a:picLocks noChangeAspect="1"/>
          </p:cNvPicPr>
          <p:nvPr/>
        </p:nvPicPr>
        <p:blipFill>
          <a:blip r:embed="rId1"/>
          <a:stretch>
            <a:fillRect/>
          </a:stretch>
        </p:blipFill>
        <p:spPr>
          <a:xfrm>
            <a:off x="8403336" y="4681728"/>
            <a:ext cx="256032" cy="256032"/>
          </a:xfrm>
          <a:prstGeom prst="rect">
            <a:avLst/>
          </a:prstGeom>
        </p:spPr>
      </p:pic>
      <p:sp>
        <p:nvSpPr>
          <p:cNvPr id="58" name="Text 54"/>
          <p:cNvSpPr txBox="1"/>
          <p:nvPr/>
        </p:nvSpPr>
        <p:spPr>
          <a:xfrm>
            <a:off x="6309360"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Messenger Platform</a:t>
            </a:r>
            <a:endParaRPr lang="en-US" sz="1500" dirty="0"/>
          </a:p>
        </p:txBody>
      </p:sp>
      <p:sp>
        <p:nvSpPr>
          <p:cNvPr id="59" name="Text 55"/>
          <p:cNvSpPr txBox="1"/>
          <p:nvPr/>
        </p:nvSpPr>
        <p:spPr>
          <a:xfrm>
            <a:off x="6309360"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Your agent in your chats: plans, a tap to approve, check-ins</a:t>
            </a:r>
            <a:endParaRPr lang="en-US" sz="1050" dirty="0"/>
          </a:p>
        </p:txBody>
      </p:sp>
      <p:sp>
        <p:nvSpPr>
          <p:cNvPr id="60" name="Text 56"/>
          <p:cNvSpPr txBox="1"/>
          <p:nvPr/>
        </p:nvSpPr>
        <p:spPr>
          <a:xfrm>
            <a:off x="6309360"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Signed webhook · Send API</a:t>
            </a:r>
            <a:endParaRPr lang="en-US" sz="1000" dirty="0"/>
          </a:p>
        </p:txBody>
      </p:sp>
      <p:sp>
        <p:nvSpPr>
          <p:cNvPr id="61" name="Shape 57"/>
          <p:cNvSpPr/>
          <p:nvPr/>
        </p:nvSpPr>
        <p:spPr>
          <a:xfrm>
            <a:off x="8942832" y="4572000"/>
            <a:ext cx="2670048" cy="1353312"/>
          </a:xfrm>
          <a:prstGeom prst="roundRect">
            <a:avLst>
              <a:gd name="adj" fmla="val 8108"/>
            </a:avLst>
          </a:prstGeom>
          <a:solidFill>
            <a:srgbClr val="FFFFFF"/>
          </a:solidFill>
          <a:ln w="12700">
            <a:solidFill>
              <a:srgbClr val="DCDCE0"/>
            </a:solidFill>
            <a:prstDash val="solid"/>
          </a:ln>
        </p:spPr>
      </p:sp>
      <p:sp>
        <p:nvSpPr>
          <p:cNvPr id="62" name="Text 58"/>
          <p:cNvSpPr txBox="1"/>
          <p:nvPr/>
        </p:nvSpPr>
        <p:spPr>
          <a:xfrm>
            <a:off x="9107424"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63" name="Image 1" descr="preencoded.png">    </p:cNvPr>
          <p:cNvPicPr>
            <a:picLocks noChangeAspect="1"/>
          </p:cNvPicPr>
          <p:nvPr/>
        </p:nvPicPr>
        <p:blipFill>
          <a:blip r:embed="rId2"/>
          <a:stretch>
            <a:fillRect/>
          </a:stretch>
        </p:blipFill>
        <p:spPr>
          <a:xfrm>
            <a:off x="11201400" y="4681728"/>
            <a:ext cx="256032" cy="256032"/>
          </a:xfrm>
          <a:prstGeom prst="rect">
            <a:avLst/>
          </a:prstGeom>
        </p:spPr>
      </p:pic>
      <p:sp>
        <p:nvSpPr>
          <p:cNvPr id="64" name="Text 59"/>
          <p:cNvSpPr txBox="1"/>
          <p:nvPr/>
        </p:nvSpPr>
        <p:spPr>
          <a:xfrm>
            <a:off x="9107424"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Instagram · Facebook</a:t>
            </a:r>
            <a:endParaRPr lang="en-US" sz="1500" dirty="0"/>
          </a:p>
        </p:txBody>
      </p:sp>
      <p:sp>
        <p:nvSpPr>
          <p:cNvPr id="65" name="Text 60"/>
          <p:cNvSpPr txBox="1"/>
          <p:nvPr/>
        </p:nvSpPr>
        <p:spPr>
          <a:xfrm>
            <a:off x="9107424"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Join the club with your account; share your reel</a:t>
            </a:r>
            <a:endParaRPr lang="en-US" sz="1050" dirty="0"/>
          </a:p>
        </p:txBody>
      </p:sp>
      <p:sp>
        <p:nvSpPr>
          <p:cNvPr id="66" name="Text 61"/>
          <p:cNvSpPr txBox="1"/>
          <p:nvPr/>
        </p:nvSpPr>
        <p:spPr>
          <a:xfrm>
            <a:off x="9107424"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Facebook Login · Instagram Login</a:t>
            </a:r>
            <a:endParaRPr lang="en-US" sz="1000" dirty="0"/>
          </a:p>
        </p:txBody>
      </p:sp>
      <p:pic>
        <p:nvPicPr>
          <p:cNvPr id="67"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68" name="Text 6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All ten models are open weights, on hardware I own.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Ollama · 4 requests in parallel · tools, JSON Schemas, vision</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2026-10-29T01:49:03Z</dcterms:created>
  <dcterms:modified xsi:type="dcterms:W3CDTF">2026-10-29T01:49:03Z</dcterms:modified>
</cp:coreProperties>
</file>
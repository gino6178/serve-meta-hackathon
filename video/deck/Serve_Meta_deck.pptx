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81c9ba4-c7bf-0675-db1d-d4d7661533be}">
          <p14:sldIdLst>
            <p14:sldId id="256"/>
            <p14:sldId id="257"/>
          </p14:sldIdLst>
        </p14:section>
        <p14:section name="Impact" id="{e418aef2-ea0d-dd26-048f-ed0a58186726}">
          <p14:sldIdLst>
            <p14:sldId id="258"/>
            <p14:sldId id="259"/>
            <p14:sldId id="260"/>
            <p14:sldId id="261"/>
          </p14:sldIdLst>
        </p14:section>
        <p14:section name="Demo" id="{79bc13b0-addf-3313-5dc8-0eb70c9eebaa}">
          <p14:sldIdLst>
            <p14:sldId id="262"/>
            <p14:sldId id="263"/>
            <p14:sldId id="264"/>
            <p14:sldId id="265"/>
            <p14:sldId id="266"/>
            <p14:sldId id="267"/>
          </p14:sldIdLst>
        </p14:section>
        <p14:section name="Use of Meta AI" id="{bf084ae3-e8b6-1f77-d21d-cbaba7726096}">
          <p14:sldIdLst>
            <p14:sldId id="268"/>
            <p14:sldId id="269"/>
            <p14:sldId id="270"/>
            <p14:sldId id="271"/>
          </p14:sldIdLst>
        </p14:section>
        <p14:section name="Technical depth" id="{998d6693-60ab-b385-4ba8-9c5f4695aaad}">
          <p14:sldIdLst>
            <p14:sldId id="272"/>
            <p14:sldId id="273"/>
            <p14:sldId id="274"/>
            <p14:sldId id="275"/>
            <p14:sldId id="276"/>
            <p14:sldId id="277"/>
            <p14:sldId id="278"/>
            <p14:sldId id="279"/>
            <p14:sldId id="280"/>
            <p14:sldId id="281"/>
          </p14:sldIdLst>
        </p14:section>
        <p14:section name="Architecture" id="{dad1501c-4814-91dc-cf52-f8f54be29d7c}">
          <p14:sldIdLst>
            <p14:sldId id="282"/>
          </p14:sldIdLst>
        </p14:section>
        <p14:section name="Close" id="{44adc64b-3812-f193-fda4-85dbd413ad3e}">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image" Target="../media/image-11-4.jpeg"/><Relationship Id="rId5" Type="http://schemas.openxmlformats.org/officeDocument/2006/relationships/image" Target="../media/image-11-5.jpeg"/><Relationship Id="rId6" Type="http://schemas.openxmlformats.org/officeDocument/2006/relationships/image" Target="../media/image-11-6.jpeg"/><Relationship Id="rId7" Type="http://schemas.openxmlformats.org/officeDocument/2006/relationships/image" Target="../media/image-11-7.jpe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2.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GPU,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accounts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on 29 Oct, day 3 of the hackathon. The first player was in 1, 6 and 46 minutes after a game was posted.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the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GPU;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a separate run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25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275 = 270 pass + 3 optional + 2 Linux-only</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third-party models and tools: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only, with the same model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2026-10-29T08:52:27Z</dcterms:created>
  <dcterms:modified xsi:type="dcterms:W3CDTF">2026-10-29T08:52:27Z</dcterms:modified>
</cp:coreProperties>
</file>
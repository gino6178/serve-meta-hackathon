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c41d5d-b7f3-de10-19f8-b1055fe47173}">
          <p14:sldIdLst>
            <p14:sldId id="256"/>
            <p14:sldId id="257"/>
          </p14:sldIdLst>
        </p14:section>
        <p14:section name="Impact" id="{1deb6d89-9651-c4fd-4be7-5a34526f77e1}">
          <p14:sldIdLst>
            <p14:sldId id="258"/>
            <p14:sldId id="259"/>
          </p14:sldIdLst>
        </p14:section>
        <p14:section name="Demo" id="{351f6aeb-9881-13fb-0394-05ced093308d}">
          <p14:sldIdLst>
            <p14:sldId id="260"/>
            <p14:sldId id="261"/>
            <p14:sldId id="262"/>
            <p14:sldId id="263"/>
            <p14:sldId id="264"/>
            <p14:sldId id="265"/>
          </p14:sldIdLst>
        </p14:section>
        <p14:section name="Use of Meta AI" id="{42163142-1365-88a6-2229-d2a950087b3d}">
          <p14:sldIdLst>
            <p14:sldId id="266"/>
            <p14:sldId id="267"/>
            <p14:sldId id="268"/>
            <p14:sldId id="269"/>
          </p14:sldIdLst>
        </p14:section>
        <p14:section name="Technical depth" id="{ae5868b3-ad6c-600c-8c69-3d29a1524d8a}">
          <p14:sldIdLst>
            <p14:sldId id="270"/>
            <p14:sldId id="271"/>
            <p14:sldId id="272"/>
            <p14:sldId id="273"/>
            <p14:sldId id="274"/>
            <p14:sldId id="275"/>
            <p14:sldId id="276"/>
            <p14:sldId id="277"/>
            <p14:sldId id="278"/>
          </p14:sldIdLst>
        </p14:section>
        <p14:section name="Architecture" id="{e1a64ef6-6f7c-02ce-ead7-2c329dfc8290}">
          <p14:sldIdLst>
            <p14:sldId id="279"/>
          </p14:sldIdLst>
        </p14:section>
        <p14:section name="Close" id="{a32e4724-a9c4-dd1b-5ee3-ef75ef6b768b}">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這週加的五件事，每一件都有量測：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Shape 9"/>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3"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4" name="Shape 10"/>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5"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Five more pieces, each one measured</a:t>
            </a:r>
            <a:endParaRPr lang="en-US" sz="3200" dirty="0"/>
          </a:p>
        </p:txBody>
      </p:sp>
      <p:sp>
        <p:nvSpPr>
          <p:cNvPr id="5" name="Shape 2"/>
          <p:cNvSpPr/>
          <p:nvPr/>
        </p:nvSpPr>
        <p:spPr>
          <a:xfrm>
            <a:off x="548640" y="1801368"/>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8013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72821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2002536"/>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709928"/>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709928"/>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670048"/>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67004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59689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871216"/>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578608"/>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578608"/>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a:t>
            </a:r>
            <a:endParaRPr lang="en-US" sz="1100" dirty="0"/>
          </a:p>
        </p:txBody>
      </p:sp>
      <p:sp>
        <p:nvSpPr>
          <p:cNvPr id="17" name="Shape 14"/>
          <p:cNvSpPr/>
          <p:nvPr/>
        </p:nvSpPr>
        <p:spPr>
          <a:xfrm>
            <a:off x="548640" y="3538728"/>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5387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346557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739896"/>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3447288"/>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3447288"/>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4407408"/>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440740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433425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4608576"/>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4315968"/>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4315968"/>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5276088"/>
            <a:ext cx="347472" cy="347472"/>
          </a:xfrm>
          <a:prstGeom prst="ellipse">
            <a:avLst/>
          </a:prstGeom>
          <a:solidFill>
            <a:srgbClr val="0A7F44"/>
          </a:solidFill>
          <a:ln w="12700">
            <a:solidFill>
              <a:srgbClr val="0A7F44"/>
            </a:solidFill>
            <a:prstDash val="solid"/>
          </a:ln>
        </p:spPr>
      </p:sp>
      <p:sp>
        <p:nvSpPr>
          <p:cNvPr id="30" name="Text 27"/>
          <p:cNvSpPr txBox="1"/>
          <p:nvPr/>
        </p:nvSpPr>
        <p:spPr>
          <a:xfrm>
            <a:off x="548640" y="5276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520293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2" name="Text 29"/>
          <p:cNvSpPr txBox="1"/>
          <p:nvPr/>
        </p:nvSpPr>
        <p:spPr>
          <a:xfrm>
            <a:off x="1051560" y="5477256"/>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3" name="Shape 30"/>
          <p:cNvSpPr/>
          <p:nvPr/>
        </p:nvSpPr>
        <p:spPr>
          <a:xfrm>
            <a:off x="5486400" y="5184648"/>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5184648"/>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201 of 201,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23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264 passed, 0 failed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2026-10-29T05:18:48Z</dcterms:created>
  <dcterms:modified xsi:type="dcterms:W3CDTF">2026-10-29T05:18:48Z</dcterms:modified>
</cp:coreProperties>
</file>
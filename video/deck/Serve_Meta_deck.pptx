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f5504f5-5586-7c0f-a75b-aa69f477290c}">
          <p14:sldIdLst>
            <p14:sldId id="256"/>
            <p14:sldId id="257"/>
          </p14:sldIdLst>
        </p14:section>
        <p14:section name="Impact" id="{5b1b5bd0-2b34-d8b6-35ab-89653bf07fd3}">
          <p14:sldIdLst>
            <p14:sldId id="258"/>
            <p14:sldId id="259"/>
            <p14:sldId id="260"/>
          </p14:sldIdLst>
        </p14:section>
        <p14:section name="Demo" id="{803940ed-3828-d305-b32a-25aa2644a93d}">
          <p14:sldIdLst>
            <p14:sldId id="261"/>
            <p14:sldId id="262"/>
            <p14:sldId id="263"/>
            <p14:sldId id="264"/>
            <p14:sldId id="265"/>
            <p14:sldId id="266"/>
          </p14:sldIdLst>
        </p14:section>
        <p14:section name="Use of Meta AI" id="{314f4758-9e99-8b62-b3d6-5e59c60b6f98}">
          <p14:sldIdLst>
            <p14:sldId id="267"/>
            <p14:sldId id="268"/>
            <p14:sldId id="269"/>
            <p14:sldId id="270"/>
          </p14:sldIdLst>
        </p14:section>
        <p14:section name="Technical depth" id="{ab1b0dd7-666e-0788-2a61-94e0004436f8}">
          <p14:sldIdLst>
            <p14:sldId id="271"/>
            <p14:sldId id="272"/>
            <p14:sldId id="273"/>
            <p14:sldId id="274"/>
            <p14:sldId id="275"/>
            <p14:sldId id="276"/>
            <p14:sldId id="277"/>
            <p14:sldId id="278"/>
            <p14:sldId id="279"/>
            <p14:sldId id="280"/>
          </p14:sldIdLst>
        </p14:section>
        <p14:section name="Architecture" id="{6e641cbb-dced-099c-f624-620033219fef}">
          <p14:sldIdLst>
            <p14:sldId id="281"/>
          </p14:sldIdLst>
        </p14:section>
        <p14:section name="Close" id="{b9680b52-7448-c47e-d9d6-c83bdd70a295}">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這週加的七件事，每一件都有量測：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網球籃球的球：WASB 接進 highlight 管線，籃球抽查 12/12 都在球上。
7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image" Target="../media/image-10-7.jpe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548640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ON THE WEB SINCE 29 OCT</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you tap Post, it shows who joins.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your week asks for,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Scheduling limits, each with its source</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and Meta's apps,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what matters for your week by meaning (RAG);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in the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Seven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(DRAMA 0.75): the memory is free for commercial use</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064E0"/>
          </a:solidFill>
          <a:ln w="12700">
            <a:solidFill>
              <a:srgbClr val="0064E0"/>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ball in tennis and basketball</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WASB's tennis and basketball trackers, wired into the highlight pipeline</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Basketball: every checked mark was on the ball (12 of 12); about 15 s a 20 s clip on the GPU</a:t>
            </a:r>
            <a:endParaRPr lang="en-US" sz="1100" dirty="0"/>
          </a:p>
        </p:txBody>
      </p:sp>
      <p:sp>
        <p:nvSpPr>
          <p:cNvPr id="41" name="Shape 38"/>
          <p:cNvSpPr/>
          <p:nvPr/>
        </p:nvSpPr>
        <p:spPr>
          <a:xfrm>
            <a:off x="548640" y="5577840"/>
            <a:ext cx="347472" cy="347472"/>
          </a:xfrm>
          <a:prstGeom prst="ellipse">
            <a:avLst/>
          </a:prstGeom>
          <a:solidFill>
            <a:srgbClr val="0A7F44"/>
          </a:solidFill>
          <a:ln w="12700">
            <a:solidFill>
              <a:srgbClr val="0A7F44"/>
            </a:solidFill>
            <a:prstDash val="solid"/>
          </a:ln>
        </p:spPr>
      </p:sp>
      <p:sp>
        <p:nvSpPr>
          <p:cNvPr id="42" name="Text 39"/>
          <p:cNvSpPr txBox="1"/>
          <p:nvPr/>
        </p:nvSpPr>
        <p:spPr>
          <a:xfrm>
            <a:off x="548640" y="55778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43" name="Text 40"/>
          <p:cNvSpPr txBox="1"/>
          <p:nvPr/>
        </p:nvSpPr>
        <p:spPr>
          <a:xfrm>
            <a:off x="1051560" y="55046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44" name="Text 41"/>
          <p:cNvSpPr txBox="1"/>
          <p:nvPr/>
        </p:nvSpPr>
        <p:spPr>
          <a:xfrm>
            <a:off x="1051560" y="577900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45" name="Shape 42"/>
          <p:cNvSpPr/>
          <p:nvPr/>
        </p:nvSpPr>
        <p:spPr>
          <a:xfrm>
            <a:off x="5486400" y="5486400"/>
            <a:ext cx="6126480" cy="530352"/>
          </a:xfrm>
          <a:prstGeom prst="roundRect">
            <a:avLst>
              <a:gd name="adj" fmla="val 20690"/>
            </a:avLst>
          </a:prstGeom>
          <a:solidFill>
            <a:srgbClr val="F6F7F8"/>
          </a:solidFill>
          <a:ln w="12700">
            <a:solidFill>
              <a:srgbClr val="F6F7F8"/>
            </a:solidFill>
            <a:prstDash val="solid"/>
          </a:ln>
        </p:spPr>
      </p:sp>
      <p:sp>
        <p:nvSpPr>
          <p:cNvPr id="46" name="Text 43"/>
          <p:cNvSpPr txBox="1"/>
          <p:nvPr/>
        </p:nvSpPr>
        <p:spPr>
          <a:xfrm>
            <a:off x="5650992" y="54864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201 crash-matrix assertions,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number names the file it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 checks, stand-in model</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24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269 passed, 0 failed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2026-10-29T07:12:32Z</dcterms:created>
  <dcterms:modified xsi:type="dcterms:W3CDTF">2026-10-29T07:12:32Z</dcterms:modified>
</cp:coreProperties>
</file>
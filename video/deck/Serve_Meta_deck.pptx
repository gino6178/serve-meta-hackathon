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77fa67-6633-cc2f-0189-987ddd922add}">
          <p14:sldIdLst>
            <p14:sldId id="256"/>
            <p14:sldId id="257"/>
          </p14:sldIdLst>
        </p14:section>
        <p14:section name="Impact" id="{8f0d6f8e-6ad4-cb16-4586-b74c674a586f}">
          <p14:sldIdLst>
            <p14:sldId id="258"/>
            <p14:sldId id="259"/>
            <p14:sldId id="260"/>
          </p14:sldIdLst>
        </p14:section>
        <p14:section name="Demo" id="{e2ec9950-aa4b-b74d-ab38-e560f103c3ac}">
          <p14:sldIdLst>
            <p14:sldId id="261"/>
            <p14:sldId id="262"/>
            <p14:sldId id="263"/>
            <p14:sldId id="264"/>
            <p14:sldId id="265"/>
            <p14:sldId id="266"/>
          </p14:sldIdLst>
        </p14:section>
        <p14:section name="Use of Meta AI" id="{8d64b80b-bc35-78bc-cc45-f6e2edad4bb0}">
          <p14:sldIdLst>
            <p14:sldId id="267"/>
            <p14:sldId id="268"/>
            <p14:sldId id="269"/>
            <p14:sldId id="270"/>
          </p14:sldIdLst>
        </p14:section>
        <p14:section name="Technical depth" id="{3fb2364d-46e4-5399-37ca-45f31674e8fe}">
          <p14:sldIdLst>
            <p14:sldId id="271"/>
            <p14:sldId id="272"/>
            <p14:sldId id="273"/>
            <p14:sldId id="274"/>
            <p14:sldId id="275"/>
            <p14:sldId id="276"/>
            <p14:sldId id="277"/>
            <p14:sldId id="278"/>
            <p14:sldId id="279"/>
            <p14:sldId id="280"/>
          </p14:sldIdLst>
        </p14:section>
        <p14:section name="Architecture" id="{d3a8a39b-2033-af5c-2851-19140c9f5849}">
          <p14:sldIdLst>
            <p14:sldId id="281"/>
          </p14:sldIdLst>
        </p14:section>
        <p14:section name="Close" id="{18419cf9-7e6d-7076-3ed6-51f3d61ff907}">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排程脈絡（agent 記憶）：拿掉了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image" Target="../media/image-10-7.jpe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GPU,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3</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1</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3</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and 6 min after posting</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Live for the last days of a nine-day hackathon: a week-long trial with 10–20 players is next (games booked, time to agree, invitees who join).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548640" y="1691640"/>
            <a:ext cx="4846320" cy="4343400"/>
          </a:xfrm>
          <a:prstGeom prst="roundRect">
            <a:avLst>
              <a:gd name="adj" fmla="val 2526"/>
            </a:avLst>
          </a:prstGeom>
          <a:solidFill>
            <a:srgbClr val="FFFFFF"/>
          </a:solidFill>
          <a:ln w="12700">
            <a:solidFill>
              <a:srgbClr val="DCDCE0"/>
            </a:solidFill>
            <a:prstDash val="solid"/>
          </a:ln>
        </p:spPr>
      </p:sp>
      <p:sp>
        <p:nvSpPr>
          <p:cNvPr id="6" name="Text 3"/>
          <p:cNvSpPr txBox="1"/>
          <p:nvPr/>
        </p:nvSpPr>
        <p:spPr>
          <a:xfrm>
            <a:off x="777240" y="1828800"/>
            <a:ext cx="438912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THIS WEEK'S LIMITS</a:t>
            </a:r>
            <a:endParaRPr lang="en-US" sz="1000" dirty="0"/>
          </a:p>
        </p:txBody>
      </p:sp>
      <p:sp>
        <p:nvSpPr>
          <p:cNvPr id="7" name="Shape 4"/>
          <p:cNvSpPr/>
          <p:nvPr/>
        </p:nvSpPr>
        <p:spPr>
          <a:xfrm>
            <a:off x="777240" y="2194560"/>
            <a:ext cx="4389120" cy="786384"/>
          </a:xfrm>
          <a:prstGeom prst="roundRect">
            <a:avLst>
              <a:gd name="adj" fmla="val 13953"/>
            </a:avLst>
          </a:prstGeom>
          <a:solidFill>
            <a:srgbClr val="F6F7F8"/>
          </a:solidFill>
          <a:ln w="12700">
            <a:solidFill>
              <a:srgbClr val="F6F7F8"/>
            </a:solidFill>
            <a:prstDash val="solid"/>
          </a:ln>
        </p:spPr>
      </p:sp>
      <p:sp>
        <p:nvSpPr>
          <p:cNvPr id="8" name="Text 5"/>
          <p:cNvSpPr txBox="1"/>
          <p:nvPr/>
        </p:nvSpPr>
        <p:spPr>
          <a:xfrm>
            <a:off x="960120" y="2286000"/>
            <a:ext cx="4023360" cy="292608"/>
          </a:xfrm>
          <a:prstGeom prst="rect">
            <a:avLst/>
          </a:prstGeom>
          <a:noFill/>
          <a:ln/>
        </p:spPr>
        <p:txBody>
          <a:bodyPr wrap="square" lIns="0" tIns="0" rIns="0" bIns="0" rtlCol="0" anchor="t"/>
          <a:lstStyle/>
          <a:p>
            <a:pPr indent="0" marL="0">
              <a:buNone/>
            </a:pPr>
            <a:r>
              <a:rPr lang="en-US" sz="1400" b="1" dirty="0">
                <a:solidFill>
                  <a:srgbClr val="0A0A0B"/>
                </a:solidFill>
              </a:rPr>
              <a:t>Doubles first</a:t>
            </a:r>
            <a:endParaRPr lang="en-US" sz="1400" dirty="0"/>
          </a:p>
        </p:txBody>
      </p:sp>
      <p:sp>
        <p:nvSpPr>
          <p:cNvPr id="9" name="Text 6"/>
          <p:cNvSpPr txBox="1"/>
          <p:nvPr/>
        </p:nvSpPr>
        <p:spPr>
          <a:xfrm>
            <a:off x="960120" y="2633472"/>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Sun 25 Oct</a:t>
            </a:r>
            <a:endParaRPr lang="en-US" sz="1050" dirty="0"/>
          </a:p>
        </p:txBody>
      </p:sp>
      <p:sp>
        <p:nvSpPr>
          <p:cNvPr id="10" name="Shape 7"/>
          <p:cNvSpPr/>
          <p:nvPr/>
        </p:nvSpPr>
        <p:spPr>
          <a:xfrm>
            <a:off x="777240" y="3127248"/>
            <a:ext cx="4389120" cy="786384"/>
          </a:xfrm>
          <a:prstGeom prst="roundRect">
            <a:avLst>
              <a:gd name="adj" fmla="val 13953"/>
            </a:avLst>
          </a:prstGeom>
          <a:solidFill>
            <a:srgbClr val="F6F7F8"/>
          </a:solidFill>
          <a:ln w="12700">
            <a:solidFill>
              <a:srgbClr val="F6F7F8"/>
            </a:solidFill>
            <a:prstDash val="solid"/>
          </a:ln>
        </p:spPr>
      </p:sp>
      <p:sp>
        <p:nvSpPr>
          <p:cNvPr id="11" name="Text 8"/>
          <p:cNvSpPr txBox="1"/>
          <p:nvPr/>
        </p:nvSpPr>
        <p:spPr>
          <a:xfrm>
            <a:off x="960120" y="3218688"/>
            <a:ext cx="4023360" cy="292608"/>
          </a:xfrm>
          <a:prstGeom prst="rect">
            <a:avLst/>
          </a:prstGeom>
          <a:noFill/>
          <a:ln/>
        </p:spPr>
        <p:txBody>
          <a:bodyPr wrap="square" lIns="0" tIns="0" rIns="0" bIns="0" rtlCol="0" anchor="t"/>
          <a:lstStyle/>
          <a:p>
            <a:pPr indent="0" marL="0">
              <a:buNone/>
            </a:pPr>
            <a:r>
              <a:rPr lang="en-US" sz="1400" b="1" dirty="0">
                <a:solidFill>
                  <a:srgbClr val="0A0A0B"/>
                </a:solidFill>
              </a:rPr>
              <a:t>No games after 22:00 on work nights</a:t>
            </a:r>
            <a:endParaRPr lang="en-US" sz="1400" dirty="0"/>
          </a:p>
        </p:txBody>
      </p:sp>
      <p:sp>
        <p:nvSpPr>
          <p:cNvPr id="12" name="Text 9"/>
          <p:cNvSpPr txBox="1"/>
          <p:nvPr/>
        </p:nvSpPr>
        <p:spPr>
          <a:xfrm>
            <a:off x="960120" y="3566160"/>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Thu 22 Oct</a:t>
            </a:r>
            <a:endParaRPr lang="en-US" sz="1050" dirty="0"/>
          </a:p>
        </p:txBody>
      </p:sp>
      <p:sp>
        <p:nvSpPr>
          <p:cNvPr id="13" name="Shape 10"/>
          <p:cNvSpPr/>
          <p:nvPr/>
        </p:nvSpPr>
        <p:spPr>
          <a:xfrm>
            <a:off x="777240" y="4059936"/>
            <a:ext cx="4389120" cy="786384"/>
          </a:xfrm>
          <a:prstGeom prst="roundRect">
            <a:avLst>
              <a:gd name="adj" fmla="val 13953"/>
            </a:avLst>
          </a:prstGeom>
          <a:solidFill>
            <a:srgbClr val="F6F7F8"/>
          </a:solidFill>
          <a:ln w="12700">
            <a:solidFill>
              <a:srgbClr val="F6F7F8"/>
            </a:solidFill>
            <a:prstDash val="solid"/>
          </a:ln>
        </p:spPr>
      </p:sp>
      <p:sp>
        <p:nvSpPr>
          <p:cNvPr id="14" name="Text 11"/>
          <p:cNvSpPr txBox="1"/>
          <p:nvPr/>
        </p:nvSpPr>
        <p:spPr>
          <a:xfrm>
            <a:off x="960120" y="4151376"/>
            <a:ext cx="4023360" cy="292608"/>
          </a:xfrm>
          <a:prstGeom prst="rect">
            <a:avLst/>
          </a:prstGeom>
          <a:noFill/>
          <a:ln/>
        </p:spPr>
        <p:txBody>
          <a:bodyPr wrap="square" lIns="0" tIns="0" rIns="0" bIns="0" rtlCol="0" anchor="t"/>
          <a:lstStyle/>
          <a:p>
            <a:pPr indent="0" marL="0">
              <a:buNone/>
            </a:pPr>
            <a:r>
              <a:rPr lang="en-US" sz="1400" b="1" dirty="0">
                <a:solidFill>
                  <a:srgbClr val="0A0A0B"/>
                </a:solidFill>
              </a:rPr>
              <a:t>Leave Tomás out for now</a:t>
            </a:r>
            <a:endParaRPr lang="en-US" sz="1400" dirty="0"/>
          </a:p>
        </p:txBody>
      </p:sp>
      <p:sp>
        <p:nvSpPr>
          <p:cNvPr id="15" name="Text 12"/>
          <p:cNvSpPr txBox="1"/>
          <p:nvPr/>
        </p:nvSpPr>
        <p:spPr>
          <a:xfrm>
            <a:off x="960120" y="4498848"/>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Fri 23 Oct</a:t>
            </a:r>
            <a:endParaRPr lang="en-US" sz="1050" dirty="0"/>
          </a:p>
        </p:txBody>
      </p:sp>
      <p:sp>
        <p:nvSpPr>
          <p:cNvPr id="16" name="Shape 13"/>
          <p:cNvSpPr/>
          <p:nvPr/>
        </p:nvSpPr>
        <p:spPr>
          <a:xfrm>
            <a:off x="777240" y="4992624"/>
            <a:ext cx="4389120" cy="786384"/>
          </a:xfrm>
          <a:prstGeom prst="roundRect">
            <a:avLst>
              <a:gd name="adj" fmla="val 13953"/>
            </a:avLst>
          </a:prstGeom>
          <a:solidFill>
            <a:srgbClr val="F6F7F8"/>
          </a:solidFill>
          <a:ln w="12700">
            <a:solidFill>
              <a:srgbClr val="F6F7F8"/>
            </a:solidFill>
            <a:prstDash val="solid"/>
          </a:ln>
        </p:spPr>
      </p:sp>
      <p:sp>
        <p:nvSpPr>
          <p:cNvPr id="17" name="Text 14"/>
          <p:cNvSpPr txBox="1"/>
          <p:nvPr/>
        </p:nvSpPr>
        <p:spPr>
          <a:xfrm>
            <a:off x="960120" y="5084064"/>
            <a:ext cx="4023360" cy="292608"/>
          </a:xfrm>
          <a:prstGeom prst="rect">
            <a:avLst/>
          </a:prstGeom>
          <a:noFill/>
          <a:ln/>
        </p:spPr>
        <p:txBody>
          <a:bodyPr wrap="square" lIns="0" tIns="0" rIns="0" bIns="0" rtlCol="0" anchor="t"/>
          <a:lstStyle/>
          <a:p>
            <a:pPr indent="0" marL="0">
              <a:buNone/>
            </a:pPr>
            <a:r>
              <a:rPr lang="en-US" sz="1400" b="1" dirty="0">
                <a:solidFill>
                  <a:srgbClr val="0A0A0B"/>
                </a:solidFill>
              </a:rPr>
              <a:t>One game fewer this week</a:t>
            </a:r>
            <a:endParaRPr lang="en-US" sz="1400" dirty="0"/>
          </a:p>
        </p:txBody>
      </p:sp>
      <p:sp>
        <p:nvSpPr>
          <p:cNvPr id="18" name="Text 15"/>
          <p:cNvSpPr txBox="1"/>
          <p:nvPr/>
        </p:nvSpPr>
        <p:spPr>
          <a:xfrm>
            <a:off x="960120" y="5431536"/>
            <a:ext cx="4023360" cy="256032"/>
          </a:xfrm>
          <a:prstGeom prst="rect">
            <a:avLst/>
          </a:prstGeom>
          <a:noFill/>
          <a:ln/>
        </p:spPr>
        <p:txBody>
          <a:bodyPr wrap="square" lIns="0" tIns="0" rIns="0" bIns="0" rtlCol="0" anchor="t"/>
          <a:lstStyle/>
          <a:p>
            <a:pPr indent="0" marL="0">
              <a:buNone/>
            </a:pPr>
            <a:r>
              <a:rPr lang="en-US" sz="1050" dirty="0">
                <a:solidFill>
                  <a:srgbClr val="0A7F44"/>
                </a:solidFill>
              </a:rPr>
              <a:t>Your games and health app</a:t>
            </a:r>
            <a:endParaRPr lang="en-US" sz="1050" dirty="0"/>
          </a:p>
        </p:txBody>
      </p:sp>
      <p:sp>
        <p:nvSpPr>
          <p:cNvPr id="19" name="Shape 16"/>
          <p:cNvSpPr/>
          <p:nvPr/>
        </p:nvSpPr>
        <p:spPr>
          <a:xfrm>
            <a:off x="5669280" y="1783080"/>
            <a:ext cx="384048" cy="384048"/>
          </a:xfrm>
          <a:prstGeom prst="ellipse">
            <a:avLst/>
          </a:prstGeom>
          <a:solidFill>
            <a:srgbClr val="0A7F44"/>
          </a:solidFill>
          <a:ln w="12700">
            <a:solidFill>
              <a:srgbClr val="0A7F44"/>
            </a:solidFill>
            <a:prstDash val="solid"/>
          </a:ln>
        </p:spPr>
      </p:sp>
      <p:sp>
        <p:nvSpPr>
          <p:cNvPr id="20" name="Text 1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1" name="Text 1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22" name="Text 1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your games and your health app; what you told your agent before.</a:t>
            </a:r>
            <a:endParaRPr lang="en-US" sz="1200" dirty="0"/>
          </a:p>
        </p:txBody>
      </p:sp>
      <p:sp>
        <p:nvSpPr>
          <p:cNvPr id="23" name="Shape 20"/>
          <p:cNvSpPr/>
          <p:nvPr/>
        </p:nvSpPr>
        <p:spPr>
          <a:xfrm>
            <a:off x="5669280" y="2862072"/>
            <a:ext cx="384048" cy="384048"/>
          </a:xfrm>
          <a:prstGeom prst="ellipse">
            <a:avLst/>
          </a:prstGeom>
          <a:solidFill>
            <a:srgbClr val="0A7F44"/>
          </a:solidFill>
          <a:ln w="12700">
            <a:solidFill>
              <a:srgbClr val="0A7F44"/>
            </a:solidFill>
            <a:prstDash val="solid"/>
          </a:ln>
        </p:spPr>
      </p:sp>
      <p:sp>
        <p:nvSpPr>
          <p:cNvPr id="24" name="Text 2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5" name="Text 2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26" name="Text 2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and a newer note replaces an older one.</a:t>
            </a:r>
            <a:endParaRPr lang="en-US" sz="1200" dirty="0"/>
          </a:p>
        </p:txBody>
      </p:sp>
      <p:sp>
        <p:nvSpPr>
          <p:cNvPr id="27" name="Shape 24"/>
          <p:cNvSpPr/>
          <p:nvPr/>
        </p:nvSpPr>
        <p:spPr>
          <a:xfrm>
            <a:off x="5669280" y="3941064"/>
            <a:ext cx="384048" cy="384048"/>
          </a:xfrm>
          <a:prstGeom prst="ellipse">
            <a:avLst/>
          </a:prstGeom>
          <a:solidFill>
            <a:srgbClr val="0A7F44"/>
          </a:solidFill>
          <a:ln w="12700">
            <a:solidFill>
              <a:srgbClr val="0A7F44"/>
            </a:solidFill>
            <a:prstDash val="solid"/>
          </a:ln>
        </p:spPr>
      </p:sp>
      <p:sp>
        <p:nvSpPr>
          <p:cNvPr id="28" name="Text 2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9" name="Text 2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30" name="Text 2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late games, someone left out, one game fewer. Each limit must cite a real note, checked by code.</a:t>
            </a:r>
            <a:endParaRPr lang="en-US" sz="1200" dirty="0"/>
          </a:p>
        </p:txBody>
      </p:sp>
      <p:sp>
        <p:nvSpPr>
          <p:cNvPr id="31" name="Shape 28"/>
          <p:cNvSpPr/>
          <p:nvPr/>
        </p:nvSpPr>
        <p:spPr>
          <a:xfrm>
            <a:off x="5669280" y="5020056"/>
            <a:ext cx="384048" cy="384048"/>
          </a:xfrm>
          <a:prstGeom prst="ellipse">
            <a:avLst/>
          </a:prstGeom>
          <a:solidFill>
            <a:srgbClr val="0A7F44"/>
          </a:solidFill>
          <a:ln w="12700">
            <a:solidFill>
              <a:srgbClr val="0A7F44"/>
            </a:solidFill>
            <a:prstDash val="solid"/>
          </a:ln>
        </p:spPr>
      </p:sp>
      <p:sp>
        <p:nvSpPr>
          <p:cNvPr id="32" name="Text 2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33" name="Text 3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34" name="Text 3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top notes and the cited limits go to Muse Glimmer when it plans your week. Scheduling only: no coaching, no medical advice.</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GPU; 5 on the Meta Model API: Voice and Image at runtime, Spark, SAM 3.1 and Wonder for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check_body</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up and answers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found by meaning,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vs DRAMA 0.75; Recall@1 0.40 vs 0.60: DRAMA stays default</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A7F44"/>
          </a:solidFill>
          <a:ln w="12700">
            <a:solidFill>
              <a:srgbClr val="0A7F44"/>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crash matrix 20 of 20,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 (5 kill points)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24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269 of 270 (1 skipped: an optional tool)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the moment to share,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(921 commits); third-party models and tools in the report, 7.1</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pic>
        <p:nvPicPr>
          <p:cNvPr id="14" name="Image 1" descr="preencoded.png">    </p:cNvPr>
          <p:cNvPicPr>
            <a:picLocks noChangeAspect="1"/>
          </p:cNvPicPr>
          <p:nvPr/>
        </p:nvPicPr>
        <p:blipFill>
          <a:blip r:embed="rId2"/>
          <a:stretch>
            <a:fillRect/>
          </a:stretch>
        </p:blipFill>
        <p:spPr>
          <a:xfrm>
            <a:off x="2103120" y="6035040"/>
            <a:ext cx="329184" cy="329184"/>
          </a:xfrm>
          <a:prstGeom prst="rect">
            <a:avLst/>
          </a:prstGeom>
        </p:spPr>
      </p:pic>
      <p:sp>
        <p:nvSpPr>
          <p:cNvPr id="15" name="Text 11"/>
          <p:cNvSpPr txBox="1"/>
          <p:nvPr/>
        </p:nvSpPr>
        <p:spPr>
          <a:xfrm>
            <a:off x="2523744" y="6035040"/>
            <a:ext cx="8229600" cy="329184"/>
          </a:xfrm>
          <a:prstGeom prst="rect">
            <a:avLst/>
          </a:prstGeom>
          <a:noFill/>
          <a:ln/>
        </p:spPr>
        <p:txBody>
          <a:bodyPr wrap="square" lIns="0" tIns="0" rIns="0" bIns="0" rtlCol="0" anchor="ctr"/>
          <a:lstStyle/>
          <a:p>
            <a:pPr indent="0" marL="0">
              <a:buNone/>
            </a:pPr>
            <a:r>
              <a:rPr lang="en-US" sz="1300" dirty="0">
                <a:solidFill>
                  <a:srgbClr val="55555C"/>
                </a:solidFill>
              </a:rPr>
              <a:t>The product runs Muse Glimmer on an RTX 3090 I own; cloud A100s ran evaluations only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2026-10-29T08:06:23Z</dcterms:created>
  <dcterms:modified xsi:type="dcterms:W3CDTF">2026-10-29T08:06:23Z</dcterms:modified>
</cp:coreProperties>
</file>
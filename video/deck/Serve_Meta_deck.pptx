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d91cd7-c6d1-da21-6e40-b5d87dd52f91}">
          <p14:sldIdLst>
            <p14:sldId id="256"/>
            <p14:sldId id="257"/>
          </p14:sldIdLst>
        </p14:section>
        <p14:section name="Impact" id="{7d21314c-c11e-9b02-f909-6a706cb832c2}">
          <p14:sldIdLst>
            <p14:sldId id="258"/>
            <p14:sldId id="259"/>
          </p14:sldIdLst>
        </p14:section>
        <p14:section name="Demo" id="{89fa2ffc-cfab-2fea-c7d2-02856542499a}">
          <p14:sldIdLst>
            <p14:sldId id="260"/>
            <p14:sldId id="261"/>
            <p14:sldId id="262"/>
            <p14:sldId id="263"/>
            <p14:sldId id="264"/>
            <p14:sldId id="265"/>
          </p14:sldIdLst>
        </p14:section>
        <p14:section name="Use of Meta AI" id="{74065391-bcb8-fd12-2cab-5a40bc05a7b7}">
          <p14:sldIdLst>
            <p14:sldId id="266"/>
            <p14:sldId id="267"/>
            <p14:sldId id="268"/>
            <p14:sldId id="269"/>
          </p14:sldIdLst>
        </p14:section>
        <p14:section name="Technical depth" id="{4102ad82-4ea2-71d9-013a-844fabd2347a}">
          <p14:sldIdLst>
            <p14:sldId id="270"/>
            <p14:sldId id="271"/>
            <p14:sldId id="272"/>
            <p14:sldId id="273"/>
            <p14:sldId id="274"/>
            <p14:sldId id="275"/>
            <p14:sldId id="276"/>
            <p14:sldId id="277"/>
            <p14:sldId id="278"/>
          </p14:sldIdLst>
        </p14:section>
        <p14:section name="Architecture" id="{546dc20a-a6c8-bf73-7606-871420e3a337}">
          <p14:sldIdLst>
            <p14:sldId id="279"/>
          </p14:sldIdLst>
        </p14:section>
        <p14:section name="Close" id="{a2d8bee1-d74c-4cf2-5368-5d22c29f67a5}">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網球籃球的球：WASB 接進 highlight 管線，籃球抽查 12/12 都在球上。
7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your week asks for,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Scheduling limits, each with its source</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in the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064E0"/>
          </a:solidFill>
          <a:ln w="12700">
            <a:solidFill>
              <a:srgbClr val="0064E0"/>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WASB's tennis and basketball trackers, wired into the highlight pipeline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every checked mark was on the ball (12 of 12); about 15 s a 20 s clip on the GPU</a:t>
            </a:r>
            <a:endParaRPr lang="en-US" sz="1100" dirty="0"/>
          </a:p>
        </p:txBody>
      </p:sp>
      <p:sp>
        <p:nvSpPr>
          <p:cNvPr id="41" name="Shape 38"/>
          <p:cNvSpPr/>
          <p:nvPr/>
        </p:nvSpPr>
        <p:spPr>
          <a:xfrm>
            <a:off x="548640" y="5577840"/>
            <a:ext cx="347472" cy="347472"/>
          </a:xfrm>
          <a:prstGeom prst="ellipse">
            <a:avLst/>
          </a:prstGeom>
          <a:solidFill>
            <a:srgbClr val="0A7F44"/>
          </a:solidFill>
          <a:ln w="12700">
            <a:solidFill>
              <a:srgbClr val="0A7F44"/>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201 crash-matrix assertions,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number names the file it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 checks, stand-in model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23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264 passed, 0 failed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2026-10-29T05:39:13Z</dcterms:created>
  <dcterms:modified xsi:type="dcterms:W3CDTF">2026-10-29T05:39:13Z</dcterms:modified>
</cp:coreProperties>
</file>